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</a:rPr>
              <a:t>MACHINE LEARNING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Insurance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Detection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46304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8892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</a:rPr>
              <a:t>Predicting fraudulent medical claims with a Random Forest model, deployed as an interactive Streamlit web app.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Presented by Sri Latchmana Ganapathi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20840" y="173736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27306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2057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87%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72084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Test accuracy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472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fraud detection matters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22262E"/>
                </a:solidFill>
              </a:rPr>
              <a:t>Health insurers process thousands of claims daily; only a small share are fraudulent.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22262E"/>
                </a:solidFill>
              </a:rPr>
              <a:t>Manual review is slow, costly and inconsistent — investigators cannot check every claim.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22262E"/>
                </a:solidFill>
              </a:rPr>
              <a:t>Fraudulent claims inflate premiums for honest policyholders.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468880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017520"/>
            <a:ext cx="54864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1821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Goal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584448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Flag a claim as Fraudulent or Legitimate automatically, with a probability score.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3017520"/>
            <a:ext cx="2468880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3017520"/>
            <a:ext cx="54864" cy="1691640"/>
          </a:xfrm>
          <a:prstGeom prst="rect">
            <a:avLst/>
          </a:prstGeom>
          <a:solidFill>
            <a:srgbClr val="2C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31821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Approach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584448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Supervised binary classification on historical labelled claims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301752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3017520"/>
            <a:ext cx="54864" cy="1691640"/>
          </a:xfrm>
          <a:prstGeom prst="rect">
            <a:avLst/>
          </a:prstGeom>
          <a:solidFill>
            <a:srgbClr val="C1354A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31821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Outcome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3584448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A trained model plus a web app that any claims officer can use.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472"/>
                </a:solidFill>
              </a:rPr>
              <a:t>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2E"/>
                </a:solidFill>
              </a:rPr>
              <a:t>Source: </a:t>
            </a:r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</a:rPr>
              <a:t>Kaggle — Synthetic Health Insurance Claims Data for Fraud Detection (CC0).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299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20,100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Claim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96896" y="192024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596896" y="20299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96896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Columns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45152" y="192024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20299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45152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Target column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93408" y="192024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93408" y="20299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93408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Key features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8046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2262E"/>
                </a:solidFill>
              </a:rPr>
              <a:t>Claim: amount, dates, deductible, co-pay, submitted late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2262E"/>
                </a:solidFill>
              </a:rPr>
              <a:t>Patient: age, gender, city/state, previous claims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2262E"/>
                </a:solidFill>
              </a:rPr>
              <a:t>Provider: hospital ID, type, specialty, distance in miles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2262E"/>
                </a:solidFill>
              </a:rPr>
              <a:t>Medical: diagnosis &amp; procedure codes, length of stay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472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86200" cy="155448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36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1. Clean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Filled any missing values (mode for text, median for numbers) and removed duplicate rows.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886200" cy="155448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54864" cy="1554480"/>
          </a:xfrm>
          <a:prstGeom prst="rect">
            <a:avLst/>
          </a:prstGeom>
          <a:solidFill>
            <a:srgbClr val="2C7A5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36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2. Explore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93852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Count plot of the target showed imbalance; correlation heatmap checked feature relationships.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886200" cy="155448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735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3. Encode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67588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Label Encoding converted every text column (city, provider type, dates) into numbers.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886200" cy="155448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08960"/>
            <a:ext cx="54864" cy="1554480"/>
          </a:xfrm>
          <a:prstGeom prst="rect">
            <a:avLst/>
          </a:prstGeom>
          <a:solidFill>
            <a:srgbClr val="2C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2735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4. Split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367588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80% training / 20% testing with random_state = 42 for reproducible results.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472"/>
                </a:solidFill>
              </a:rPr>
              <a:t>MODELLING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three models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4663440" cy="0"/>
          </a:xfrm>
          <a:prstGeom prst="line">
            <a:avLst/>
          </a:prstGeom>
          <a:noFill/>
          <a:ln w="12700">
            <a:solidFill>
              <a:srgbClr val="C9CF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443734"/>
            <a:ext cx="914400" cy="1716786"/>
          </a:xfrm>
          <a:prstGeom prst="rect">
            <a:avLst/>
          </a:prstGeom>
          <a:solidFill>
            <a:srgbClr val="5A647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968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75.1%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2245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</a:rPr>
              <a:t>Logistic Regression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0" y="2297430"/>
            <a:ext cx="914400" cy="186309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91338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81.5%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42245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</a:rPr>
              <a:t>Decision Tree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69080" y="2164842"/>
            <a:ext cx="914400" cy="199567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78079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87.3%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42245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</a:rPr>
              <a:t>Random Forest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Test accuracy on the 20% hold-out 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06440" y="1325880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325880"/>
            <a:ext cx="54864" cy="1554480"/>
          </a:xfrm>
          <a:prstGeom prst="rect">
            <a:avLst/>
          </a:prstGeom>
          <a:solidFill>
            <a:srgbClr val="2C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4904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Winner: Random Forest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0" y="189280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200 trees, random_state = 42. Best accuracy and most stable across the test set.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06440" y="3063240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3063240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3227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Why it wins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5040" y="36301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An ensemble of many trees averages out individual mistakes and handles mixed feature types well.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472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of the final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87.3%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0756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96896" y="137160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 w="25400">
            <a:solidFill>
              <a:srgbClr val="2C7A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96896" y="148132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7A5B"/>
                </a:solidFill>
              </a:rPr>
              <a:t>93%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96896" y="20756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Precision (fraud)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45152" y="137160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 w="25400">
            <a:solidFill>
              <a:srgbClr val="C135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48132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354A"/>
                </a:solidFill>
              </a:rPr>
              <a:t>53%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45152" y="20756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Recall (fraud)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93408" y="137160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 w="25400">
            <a:solidFill>
              <a:srgbClr val="5A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48132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6472"/>
                </a:solidFill>
              </a:rPr>
              <a:t>0.68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93408" y="20756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F1-score (fraud)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Reading the numbers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</a:rPr>
              <a:t>When the model says "fraud", it is right 93% of the time — very few false accusations.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</a:rPr>
              <a:t>But it only catches 53% of the actual fraud cases — nearly half slip through.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</a:rPr>
              <a:t>Top drivers of the prediction came from the feature-importance chart of the Random Forest.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472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Streamlit web app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</a:rPr>
              <a:t>Model saved with joblib as a .pkl file and loaded once by the app (cached).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</a:rPr>
              <a:t>Tab 1 — Fraud Detection: a form with all 29 inputs grouped into sections (patient, policy, provider, medical, history).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</a:rPr>
              <a:t>Result card shows FRAUD ALERT or CLAIM APPROVED with a probability, a Plotly risk gauge and a confidence bar chart.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</a:rPr>
              <a:t>Tab 2 — Model Information: model type, 200 trees, feature groups and a how-it-works walkthrough.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</a:rPr>
              <a:t>Recommended next actions are shown for each outcome (reject &amp; investigate, or approve &amp; monitor).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472"/>
                </a:solidFill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Bugs and problems I faced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1572768"/>
          </a:xfrm>
          <a:prstGeom prst="roundRect">
            <a:avLst>
              <a:gd name="adj" fmla="val 348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54864" cy="1572768"/>
          </a:xfrm>
          <a:prstGeom prst="rect">
            <a:avLst/>
          </a:prstGeom>
          <a:solidFill>
            <a:srgbClr val="C135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904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Only 53% of fraud caught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The data has far more legitimate claims than fraudulent ones, so the model leaned towards predicting "legitimate".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886200" cy="1572768"/>
          </a:xfrm>
          <a:prstGeom prst="roundRect">
            <a:avLst>
              <a:gd name="adj" fmla="val 348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25880"/>
            <a:ext cx="54864" cy="1572768"/>
          </a:xfrm>
          <a:prstGeom prst="rect">
            <a:avLst/>
          </a:prstGeom>
          <a:solidFill>
            <a:srgbClr val="C1354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4904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Logistic Regression would not converge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892808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lbfgs hit the iteration limit because the features are on very different scales (IDs vs. ages).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886200" cy="1572768"/>
          </a:xfrm>
          <a:prstGeom prst="roundRect">
            <a:avLst>
              <a:gd name="adj" fmla="val 348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63240"/>
            <a:ext cx="54864" cy="1572768"/>
          </a:xfrm>
          <a:prstGeom prst="rect">
            <a:avLst/>
          </a:prstGeom>
          <a:solidFill>
            <a:srgbClr val="C1354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27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Dates encoded two different ways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630168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Training label-encoded the date columns, but the app sent days-since-1970 — the same column meant different things.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3886200" cy="1572768"/>
          </a:xfrm>
          <a:prstGeom prst="roundRect">
            <a:avLst>
              <a:gd name="adj" fmla="val 348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63240"/>
            <a:ext cx="54864" cy="1572768"/>
          </a:xfrm>
          <a:prstGeom prst="rect">
            <a:avLst/>
          </a:prstGeom>
          <a:solidFill>
            <a:srgbClr val="C1354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227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Model file not found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3630168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</a:rPr>
              <a:t>The notebook saved insurance_fraud_model.pkl while the app looked for random_forest_model.pkl.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472"/>
                </a:solidFill>
              </a:rPr>
              <a:t>FIXES &amp; LEARNINGS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solved them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046720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98448"/>
            <a:ext cx="54864" cy="777240"/>
          </a:xfrm>
          <a:prstGeom prst="rect">
            <a:avLst/>
          </a:prstGeom>
          <a:solidFill>
            <a:srgbClr val="2C7A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441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Imbalance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51760" y="1344168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72"/>
                </a:solidFill>
              </a:rPr>
              <a:t>Stopped judging the model on accuracy alone and used the classification report and confusion matrix. Reported precision, recall and F1 for the fraud class honestly.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8046720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67128"/>
            <a:ext cx="54864" cy="777240"/>
          </a:xfrm>
          <a:prstGeom prst="rect">
            <a:avLst/>
          </a:prstGeom>
          <a:solidFill>
            <a:srgbClr val="2C7A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1284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Convergence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1760" y="2212848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72"/>
                </a:solidFill>
              </a:rPr>
              <a:t>Raised max_iter to 1000, then moved to tree-based models, which do not need feature scaling at all.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8046720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35808"/>
            <a:ext cx="54864" cy="777240"/>
          </a:xfrm>
          <a:prstGeom prst="rect">
            <a:avLst/>
          </a:prstGeom>
          <a:solidFill>
            <a:srgbClr val="2C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815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Encoding mismatch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51760" y="3081528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72"/>
                </a:solidFill>
              </a:rPr>
              <a:t>Kept one fixed column order in the app exactly matching the training order, and documented how each field must be encoded before prediction.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04488"/>
            <a:ext cx="8046720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904488"/>
            <a:ext cx="54864" cy="777240"/>
          </a:xfrm>
          <a:prstGeom prst="rect">
            <a:avLst/>
          </a:prstGeom>
          <a:solidFill>
            <a:srgbClr val="2C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502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File &amp; claim errors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651760" y="3950208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72"/>
                </a:solidFill>
              </a:rPr>
              <a:t>Renamed the exported model to match the app, added a try/except around loading and prediction, and corrected the "~95% accuracy" text to the real 87%.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</a:rPr>
              <a:t>WRAP-UP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CADCFC"/>
                </a:solidFill>
              </a:rPr>
              <a:t>A Random Forest trained on 20,100 claims reaches 87% test accuracy and is served through a working Streamlit app that returns a fraud probability for any new claim.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60720" y="1600200"/>
            <a:ext cx="2834640" cy="658368"/>
          </a:xfrm>
          <a:prstGeom prst="roundRect">
            <a:avLst>
              <a:gd name="adj" fmla="val 6944"/>
            </a:avLst>
          </a:prstGeom>
          <a:solidFill>
            <a:srgbClr val="27306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97880" y="162763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Balance the classes (SMOTE or class_weight) to lift fraud recall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760720" y="2377440"/>
            <a:ext cx="2834640" cy="658368"/>
          </a:xfrm>
          <a:prstGeom prst="roundRect">
            <a:avLst>
              <a:gd name="adj" fmla="val 6944"/>
            </a:avLst>
          </a:prstGeom>
          <a:solidFill>
            <a:srgbClr val="27306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240487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Tune the decision threshold instead of using 0.5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60720" y="3154680"/>
            <a:ext cx="2834640" cy="658368"/>
          </a:xfrm>
          <a:prstGeom prst="roundRect">
            <a:avLst>
              <a:gd name="adj" fmla="val 6944"/>
            </a:avLst>
          </a:prstGeom>
          <a:solidFill>
            <a:srgbClr val="27306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318211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Save the fitted encoders with the model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0" y="3931920"/>
            <a:ext cx="2834640" cy="658368"/>
          </a:xfrm>
          <a:prstGeom prst="roundRect">
            <a:avLst>
              <a:gd name="adj" fmla="val 6944"/>
            </a:avLst>
          </a:prstGeom>
          <a:solidFill>
            <a:srgbClr val="27306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395935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Add batch scoring for a whole CSV of claims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2026-09-08T06:12:16Z</dcterms:created>
  <dcterms:modified xsi:type="dcterms:W3CDTF">2026-09-08T06:12:16Z</dcterms:modified>
</cp:coreProperties>
</file>